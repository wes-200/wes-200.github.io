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· AI AUTOMATION &amp; TECHNICAL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Recruiting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DeepSeek matching engine and a 14-service communications pipeline, designed and built from scratch, running unattended in production.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9834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Automations Expert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498348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49834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Technical Writer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9834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4983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Workflows &amp; APIs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Wessam Mandour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Recruiting top-of-funnel doesn't scale by hand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candidates per role. Multi-channel outreach under provider rate caps. Interview transcripts to score. And a final match a recruiter must actually trust.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98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192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applicants per role, most not a fit, manual screening is hours of 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6974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8986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331927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 outreach must respect provider caps and never double-send.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interviews arrive as raw transcripts that need consistent scoring.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0760" y="438912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501091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match score is useless, a recruiter needs to know WHY a candidate ranked.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· TWO INDEPENDENT PROJECTS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separate projects, one funnel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Role Matching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Python · FastAPI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28529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project. Ranks candidates through a six-stage funnel, scoring upward of 20,000 per run (20,000+ LLM API calls). 90 to 120 min on Railway, with Slack status to the team.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 Candidate Flow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400800" y="24505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02 · Node · Express · 14 svc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28529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project. Webhook automations plus cron reminder sweeps. 2,000+ WhatsApp and email a day; CV parsed in under a minute; a completed interview updates Notion in about 60 seconds.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scanned /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4992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64992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/ run (LLM API)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90-120 min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89904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 on Railway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14816" y="4114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43342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2,000+/day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14816" y="50109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Railway, triggered by webhooks and cron schedules, with Slack status to the whole team.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Event-driven, with the workspace as source of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2286000" cy="1188720"/>
          </a:xfrm>
          <a:prstGeom prst="roundRect">
            <a:avLst>
              <a:gd name="adj" fmla="val 4615"/>
            </a:avLst>
          </a:prstGeom>
          <a:solidFill>
            <a:srgbClr val="1C2330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529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218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source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0" y="187452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84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350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services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1546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36301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→ 6 stages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87452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8745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WhatsApp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· transcripts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0" y="31546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31546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(DeepSeek)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0" y="2468880"/>
            <a:ext cx="1554480" cy="1463040"/>
          </a:xfrm>
          <a:prstGeom prst="roundRect">
            <a:avLst>
              <a:gd name="adj" fmla="val 3750"/>
            </a:avLst>
          </a:prstGeom>
          <a:solidFill>
            <a:srgbClr val="1C2330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0" y="246888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rationale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3017520"/>
            <a:ext cx="1554480" cy="-68580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0" y="3200400"/>
            <a:ext cx="1554480" cy="41148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2331720"/>
            <a:ext cx="10058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3611880"/>
            <a:ext cx="10058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09760" y="3200400"/>
            <a:ext cx="548640" cy="0"/>
          </a:xfrm>
          <a:prstGeom prst="line">
            <a:avLst/>
          </a:prstGeom>
          <a:noFill/>
          <a:ln w="22225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83080" y="3931920"/>
            <a:ext cx="0" cy="91440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783080" y="4846320"/>
            <a:ext cx="9052560" cy="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835640" y="4846320"/>
            <a:ext cx="0" cy="-868680"/>
          </a:xfrm>
          <a:prstGeom prst="line">
            <a:avLst/>
          </a:prstGeom>
          <a:noFill/>
          <a:ln w="15875">
            <a:solidFill>
              <a:srgbClr val="7D8896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114800" y="4864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writes results back → workspace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database to corrupt  ·  failure in one service can't block another  ·  every service stateless &amp; idempotent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DIVE · MATCHING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stages: job description → ranked shortlist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narrows the pool before the next, more expensive stage runs. The LLM only sees candidates worth paying to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Rubric extraction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816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turns free-text job spec into a structured rubric: gates, requirements, keywords.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560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60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086600" y="24505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reduction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28163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local filter drops no-signal candidates BEFORE any paid LLM call, top cost lever.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886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776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filters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gates: language, location, minimum screening score.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361188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8862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086600" y="3776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ordering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414223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by business priority; score the highest-value candidates first.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212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45920" y="5102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scoring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45920" y="5468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+ written rationale each, concurrency-capped, retried, failure-isolated.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80760" y="49377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5212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5102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Qualify &amp; backfill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54681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qualified first; backfill best below-threshold to hit target, logged.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parts that make it production, not a 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 re-runs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records skipped on re-run, no double-contact, no duplicate matches.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queue, concurrency cap, write delays, under quota by design.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18704" y="18288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08483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2084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⤾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3024" y="2697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degradation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93024" y="30358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+ JSON hardening; one bad candidate can't sink a 200-candidate run.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Schema-drift defense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props ignored, odd types logged &amp; skipped, eligibility re-checked.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79392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53712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only where needed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for judgment; regex for parsing, filtering, routing. No wasted tokens.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18704" y="37490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93024" y="4005072"/>
            <a:ext cx="502920" cy="502920"/>
          </a:xfrm>
          <a:prstGeom prst="ellipse">
            <a:avLst/>
          </a:prstGeom>
          <a:solidFill>
            <a:srgbClr val="1C2330"/>
          </a:solidFill>
          <a:ln w="15875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3024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193024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+ Slack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93024" y="4956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keyed by id, email, stage; Slack status to the team at start and finish.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RELIABILITY &amp; ERROR HANDLING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survives when a third party misbehaves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257800" cy="640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385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01 · Role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432304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over HTTPX: 7 retries, Retry-After aware, 5xx retried, other 4xx fail-fast, 90s timeout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Notion: 10 attempts in a 180s window, longer backoff on 503, invalid cursor = 5-min cooldown + restart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async semaphore (100) + prefetch window; sequential job queue with a 5-min cooldown between jobs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Per-candidate isolation; the run fails only if zero usable scores come back; idempotent re-runs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691640"/>
            <a:ext cx="5257800" cy="64008"/>
          </a:xfrm>
          <a:prstGeom prst="rect">
            <a:avLst/>
          </a:prstGeom>
          <a:solidFill>
            <a:srgbClr val="7C9EF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385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02 · Candidate Flow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432304"/>
            <a:ext cx="46177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Postmark: hourly + daily send caps (sliding window), 408/429/5xx backoff, 5-min queue cooldown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Hireflix transcript: polls up to 10 min at 60s, writes only when every answer is transcribed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Twilio: cron-driven, five templates, a configurable hours-since threshold, never double-nudges</a:t>
            </a:r>
            <a:endParaRPr lang="en-US" sz="1350" dirty="0"/>
          </a:p>
          <a:p>
            <a:pPr marL="203200" indent="-203200">
              <a:lnSpc>
                <a:spcPct val="104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pdf-parse + regex extraction, DeepSeek only to structure &amp; score; SIGTERM + crash handlers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3276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from the actual codebases, not aspirational.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CONFIGURABLE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codebase, many deployments, zero forks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hard-coded per client. Behavior is driven entirely by environment variables, so the same service is deployed many times, each tuned to a different goal, by changing config and redeploying.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engine, Flash or Pro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two deployments: DeepSeek Flash for speed and cost, DeepSeek Pro for tougher roles. A single env var picks the model.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reminder, deployed 3×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WhatsApp reminder service runs three times, each with a different "hours since submission" threshold, for a staggered reminder sequence.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18704" y="246888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27432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code, new 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3024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points at a different Notion database in the same workspace via env vars. New database, new deploy, no code change.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automation, different database, setting, or timeframe? Redeployed to a new space in about 5 minutes.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WRITING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documentation is part of the deliverable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ships an operational handbook. For a system that runs unattended, the docs are the reliability layer.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Audience-layered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One-table overview for managers, branch-level depth for developers, same doc.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84048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593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which log line proves which behavior: debug by grep, not by reading source.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Failure-first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349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real symptoms to the exact gate that caused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0A0E14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92024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192024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94576" y="192024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troubleshooting.md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33172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8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Troubleshooting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 not considered for a role, check, in order: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Stage-2 keyword overlap
  2. Stage-3 hard filters (language, location, score)
  3. existing scored row (already processed)
  4. duplicate-email de-duplication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Fewer qualified matches than target, expected: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 6 backfills below-threshold by descending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and logs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0B8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fallback_selected=true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 row.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automation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128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24128" y="3063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rows scanned per matching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9202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21284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64808" y="3063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per run, 20k+ LLM API calls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7880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90-120 min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024128" y="50292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on Railway, with Slack status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80760" y="38862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C2330"/>
          </a:solidFill>
          <a:ln w="12700">
            <a:solidFill>
              <a:srgbClr val="2A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178808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2,000+/day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464808" y="50292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emails (Twilio + Postmark)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D8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that took weeks, now seconds to a couple of hours. Workflow on the previous slides.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THIS DEMONSTRATES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709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automation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event-driven services, idempotent, rate-limited, running unattended in production.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52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writing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Audience-layered operational handbooks, failure-first troubleshooting, this case study.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109728" cy="91440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Cost-aware AI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05840" y="4434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on judgment-heavy steps, regex everywhere else. No wasted tokens.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Wessam Mandour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wessam.mandour94@gmail.com   ·   linkedin.com/in/wessam-mandour   ·   github.com/Wes-200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2026-06-22T21:18:40Z</dcterms:created>
  <dcterms:modified xsi:type="dcterms:W3CDTF">2026-06-22T21:18:40Z</dcterms:modified>
</cp:coreProperties>
</file>
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STUDY · AUTOMATION ENGINEERING &amp; TECHNICAL WRITING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Recruiting</a:t>
            </a:r>
            <a:endParaRPr lang="en-US" sz="5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Automation Platform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3886200"/>
            <a:ext cx="9326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LLM matching engine and a 14-service communications pipeline — designed, built, and documented from scratch, running in production.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98348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98348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Automation Engineer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498348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498348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Senior Technical Writer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498348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498348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Systems · End-to-End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Wessam Mandour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Recruiting top-of-funnel doesn't scale by hand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candidates per role. Multi-channel outreach under provider rate caps. Interview transcripts to score. And a final match a recruiter must actually trust.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8986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31927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applicants per role, most not a fit — manual screening is hours of work.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080760" y="26974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8986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 limits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355080" y="331927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WhatsApp outreach must respect provider caps and never double-send.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38912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59028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Transcripts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501091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interviews arrive as raw transcripts that need consistent scoring.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080760" y="438912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459028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55080" y="501091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match score is useless — a recruiter needs to know WHY a candidate ranked.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systems, one automated funnel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 Matching Engine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24505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· FastAPI · ~3,900 LoC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60120" y="2852928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free-text job description into a ranked shortlist with a written rationale per candidate, through a six-stage funnel.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80760" y="173736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 Candidate Flow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400800" y="24505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· Express · 14 services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0" y="2852928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comms &amp; data pipeline: batched email and WhatsApp outreach, transcript ingestion and scoring, and CV parsing — each isolated.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315968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40080" y="50292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services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364992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64992" y="4315968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3364992" y="50292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funnel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089904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9904" y="4315968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100s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089904" y="50292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/ run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814816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14816" y="4315968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hrs→min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8814816" y="50292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work cut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0B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  Placeholder figures — swap for your real, defensible numbers before presenting.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Event-driven, with the workspace as source of truth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2286000" cy="1188720"/>
          </a:xfrm>
          <a:prstGeom prst="roundRect">
            <a:avLst>
              <a:gd name="adj" fmla="val 4615"/>
            </a:avLst>
          </a:prstGeom>
          <a:solidFill>
            <a:srgbClr val="1C2330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8529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2186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webhook source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840480" y="187452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19842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Flow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0" y="23500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services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315468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Engine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36301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queue → 6 stages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589520" y="1874520"/>
            <a:ext cx="19202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0" y="187452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· WhatsApp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· transcripts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589520" y="3154680"/>
            <a:ext cx="19202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31546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scoring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(DeepSeek)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58400" y="2468880"/>
            <a:ext cx="1554480" cy="1463040"/>
          </a:xfrm>
          <a:prstGeom prst="roundRect">
            <a:avLst>
              <a:gd name="adj" fmla="val 3750"/>
            </a:avLst>
          </a:prstGeom>
          <a:solidFill>
            <a:srgbClr val="1C2330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0" y="246888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rationale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3017520"/>
            <a:ext cx="1554480" cy="-68580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0" y="3200400"/>
            <a:ext cx="1554480" cy="41148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583680" y="2331720"/>
            <a:ext cx="10058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83680" y="3611880"/>
            <a:ext cx="10058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509760" y="3200400"/>
            <a:ext cx="5486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783080" y="3931920"/>
            <a:ext cx="0" cy="91440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783080" y="4846320"/>
            <a:ext cx="9052560" cy="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10835640" y="4846320"/>
            <a:ext cx="0" cy="-86868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4114800" y="4864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writes results back → workspace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database to corrupt  ·  failure in one service can't block another  ·  every service stateless &amp; idempotent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DIVE · MATCHING 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stages: job description → ranked shortlist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narrows the pool before the next, more expensive stage runs. The LLM only sees candidates worth paying to score.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5603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45920" y="245059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Rubric extraction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816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turns free-text job spec into a structured rubric: gates, requirements, keywords.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80760" y="228600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25603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086600" y="245059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Keyword reduction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86600" y="2816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local filter drops no-signal candidates BEFORE any paid LLM call — top cost lever.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61188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3886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886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45920" y="37764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 filters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45920" y="414223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 gates: language, location, minimum screening score.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80760" y="361188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3886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3886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86600" y="37764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 ordering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86600" y="414223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by business priority; score the highest-value candidates first.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" y="521208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212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645920" y="51023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scoring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645920" y="54681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0–100 + written rationale each, concurrency-capped, retried, failure-isolated.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080760" y="49377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09360" y="521208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5212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086600" y="51023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Qualify &amp; backfill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086600" y="54681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qualified first; backfill best below-threshold to hit target — logged.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parts that make it production, not a script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Idempotent re-runs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records skipped on re-run — no double-contact, no duplicate matches.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79392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53712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53712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 limiting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53712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queue, concurrency cap, write delays — under quota by design.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18704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93024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93024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⤾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193024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Graceful degradation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93024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Backoff + JSON hardening; one bad candidate can't sink a 200-candidate run.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⛨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Schema-drift defense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props ignored, odd types logged &amp; skipped, eligibility re-checked.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79392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3712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553712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control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53712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filters first, candidate caps, TTL cache — minimal LLM spend.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918704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93024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93024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⌗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193024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Observability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93024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keyed by id, email, stage, skip reason — debuggable from logs alone.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TECHNICAL WRITING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documentation is part of the deliverable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ships an operational handbook. For a system that runs unattended, the docs are the reliability layer.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077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Audience-layered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One-table overview for managers, branch-level depth for engineers — same doc.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9593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42976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which log line proves which behavior: debug by grep, not by reading source.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89204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501091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Failure-first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3492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real symptoms to the exact gate that caused them.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035040" y="1691640"/>
            <a:ext cx="5532120" cy="4480560"/>
          </a:xfrm>
          <a:prstGeom prst="roundRect">
            <a:avLst>
              <a:gd name="adj" fmla="val 1633"/>
            </a:avLst>
          </a:prstGeom>
          <a:solidFill>
            <a:srgbClr val="0A0E14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920240"/>
            <a:ext cx="146304" cy="146304"/>
          </a:xfrm>
          <a:prstGeom prst="ellipse">
            <a:avLst/>
          </a:prstGeom>
          <a:solidFill>
            <a:srgbClr val="E06C75"/>
          </a:solidFill>
          <a:ln/>
        </p:spPr>
      </p:sp>
      <p:sp>
        <p:nvSpPr>
          <p:cNvPr id="16" name="Shape 14"/>
          <p:cNvSpPr/>
          <p:nvPr/>
        </p:nvSpPr>
        <p:spPr>
          <a:xfrm>
            <a:off x="6601968" y="1920240"/>
            <a:ext cx="146304" cy="146304"/>
          </a:xfrm>
          <a:prstGeom prst="ellipse">
            <a:avLst/>
          </a:prstGeom>
          <a:solidFill>
            <a:srgbClr val="E5C07B"/>
          </a:solidFill>
          <a:ln/>
        </p:spPr>
      </p:sp>
      <p:sp>
        <p:nvSpPr>
          <p:cNvPr id="17" name="Shape 15"/>
          <p:cNvSpPr/>
          <p:nvPr/>
        </p:nvSpPr>
        <p:spPr>
          <a:xfrm>
            <a:off x="6894576" y="1920240"/>
            <a:ext cx="146304" cy="146304"/>
          </a:xfrm>
          <a:prstGeom prst="ellipse">
            <a:avLst/>
          </a:prstGeom>
          <a:solidFill>
            <a:srgbClr val="98C379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troubleshooting.md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331720"/>
            <a:ext cx="48920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Troubleshooting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Candidate not considered for a role — check, in order: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1. Stage-2 keyword overlap
  2. Stage-3 hard filters (language, location, score)
  3. existing scored row (already processed)
  4. duplicate-email de-duplication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Fewer qualified matches than target — expected: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Stage 6 backfills below-threshold by descending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score and logs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0B8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fallback_selected=true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per row.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automation delivers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94560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024128" y="30632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 scored per run, unattended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080760" y="192024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2194560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hrs → min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64808" y="30632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shortlisting per role, eliminated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160520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024128" y="50292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 live with zero rate-limit incidents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080760" y="38862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4160520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464808" y="50292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rationale on every single match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0B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  Replace these with your real figures — one concrete, honest number is what a hiring manager remembers.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THIS DEMONSTRATES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09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05840" y="2148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event-driven services, idempotent, rate-limited, running unattended in production.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852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writing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Audience-layered operational handbooks, failure-first troubleshooting, this case study.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995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Applied AI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cost-aware, explainable, retried LLM scoring pipeline — not a single API call.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54864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Wessam Mandour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wessam.mandour94@gmail.com   ·   linkedin.com/in/wessam-mandour   ·   github.com/Wessam-Mandour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2026-06-08T16:34:03Z</dcterms:created>
  <dcterms:modified xsi:type="dcterms:W3CDTF">2026-06-08T16:34:03Z</dcterms:modified>
</cp:coreProperties>
</file>